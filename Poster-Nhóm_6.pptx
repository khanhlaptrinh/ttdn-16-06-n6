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73" d="100"/>
          <a:sy n="73" d="100"/>
        </p:scale>
        <p:origin x="1948" y="6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8491" y="2070489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115638"/>
              </p:ext>
            </p:extLst>
          </p:nvPr>
        </p:nvGraphicFramePr>
        <p:xfrm>
          <a:off x="71979" y="2356347"/>
          <a:ext cx="3890421" cy="2622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algn="just"/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được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để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tài sản và phòng họp của một tổ chức. 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bao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gồm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phòng                           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 phòng họp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đặt phòng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 đặt phòng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7057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51273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HỆ THỐNG QUẢN LÝ TÀI SẢN</a:t>
                </a:r>
                <a:r>
                  <a:rPr lang="vi-VN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VÀ PHÒNG HỌP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vi-VN" sz="799" b="1" dirty="0"/>
                  <a:t>Bùi Thị Ngọc Xương, Bùi Duy Khánh, Phạm Văn Đạt</a:t>
                </a:r>
                <a:endParaRPr lang="en-US" sz="799" b="1" dirty="0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716823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74080"/>
              </p:ext>
            </p:extLst>
          </p:nvPr>
        </p:nvGraphicFramePr>
        <p:xfrm>
          <a:off x="4027950" y="8068432"/>
          <a:ext cx="2789417" cy="178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842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532885"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vi-VN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Chức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năng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gia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hạn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thời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gian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sử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dụng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phòng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trực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tiếp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trên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ứng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dụng</a:t>
                      </a:r>
                      <a:r>
                        <a:rPr lang="vi-VN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Chức năng ghi nhận ý kiến người dùng để cải tiến dịch vụ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1000" b="0" i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Chức năng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cảnh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báo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tự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động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khi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tài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đến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hạn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bảo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trì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hoặc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cần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thay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thế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phụ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Arial "/>
                          <a:ea typeface="+mn-ea"/>
                          <a:cs typeface="+mn-cs"/>
                        </a:rPr>
                        <a:t>tùng</a:t>
                      </a:r>
                      <a:endParaRPr lang="vi-VN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33598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CD6B068-920F-6121-736C-8F7F39EE96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27" y="4969659"/>
            <a:ext cx="2119660" cy="1587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77FEA2-48B5-E851-7DDF-87CBC0A5BA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410" y="1264015"/>
            <a:ext cx="806530" cy="7767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397E58-FDAE-6C60-9D0F-D7A0D6E8CFE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39" b="22850"/>
          <a:stretch>
            <a:fillRect/>
          </a:stretch>
        </p:blipFill>
        <p:spPr>
          <a:xfrm>
            <a:off x="131076" y="4070669"/>
            <a:ext cx="3772224" cy="17713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3F6F8E-B38F-11BE-A35D-35DDFC82490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-194" b="10689"/>
          <a:stretch>
            <a:fillRect/>
          </a:stretch>
        </p:blipFill>
        <p:spPr>
          <a:xfrm>
            <a:off x="138413" y="5869896"/>
            <a:ext cx="3779561" cy="19545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3216E7-BB73-45A6-BE94-FEFDC306331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55998"/>
          <a:stretch>
            <a:fillRect/>
          </a:stretch>
        </p:blipFill>
        <p:spPr>
          <a:xfrm>
            <a:off x="142081" y="7852384"/>
            <a:ext cx="3772224" cy="7830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163386-945F-73D6-0116-9F2383A89ED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22034"/>
          <a:stretch>
            <a:fillRect/>
          </a:stretch>
        </p:blipFill>
        <p:spPr>
          <a:xfrm>
            <a:off x="138413" y="8674440"/>
            <a:ext cx="3764887" cy="113625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691BE9-0CC0-0FF6-9FAD-131E3E4A0A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4791" y="6843499"/>
            <a:ext cx="789745" cy="7658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CCA2090-5B0B-DF57-953F-64758400EB55}"/>
              </a:ext>
            </a:extLst>
          </p:cNvPr>
          <p:cNvSpPr txBox="1"/>
          <p:nvPr/>
        </p:nvSpPr>
        <p:spPr>
          <a:xfrm>
            <a:off x="1908395" y="2893733"/>
            <a:ext cx="1266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sz="900" dirty="0">
                <a:latin typeface="Arial "/>
                <a:cs typeface="Times New Roman" panose="02020603050405020304" pitchFamily="18" charset="0"/>
              </a:rPr>
              <a:t>Quản lý tài sản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sz="900" dirty="0">
                <a:latin typeface="Arial "/>
                <a:cs typeface="Times New Roman" panose="02020603050405020304" pitchFamily="18" charset="0"/>
              </a:rPr>
              <a:t>Tạo tài sản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sz="900" dirty="0">
                <a:latin typeface="Arial "/>
                <a:cs typeface="Times New Roman" panose="02020603050405020304" pitchFamily="18" charset="0"/>
              </a:rPr>
              <a:t>Quản lý mượn trả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sz="900" dirty="0">
                <a:latin typeface="Arial "/>
                <a:cs typeface="Times New Roman" panose="02020603050405020304" pitchFamily="18" charset="0"/>
              </a:rPr>
              <a:t>Lịch sử cấp phát</a:t>
            </a:r>
            <a:endParaRPr lang="en-US" sz="900" dirty="0">
              <a:latin typeface="Arial 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85F0F7-2230-434F-88CF-180B83194B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1496" y="2598145"/>
            <a:ext cx="2795871" cy="20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666</TotalTime>
  <Words>174</Words>
  <Application>Microsoft Office PowerPoint</Application>
  <PresentationFormat>A4 Paper (210x297 mm)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</vt:lpstr>
      <vt:lpstr>Arial Hebrew Scholar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k B</cp:lastModifiedBy>
  <cp:revision>98</cp:revision>
  <dcterms:created xsi:type="dcterms:W3CDTF">2023-07-02T07:57:15Z</dcterms:created>
  <dcterms:modified xsi:type="dcterms:W3CDTF">2026-01-28T15:48:34Z</dcterms:modified>
</cp:coreProperties>
</file>